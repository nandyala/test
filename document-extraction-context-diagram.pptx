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71042bafcc47f4" /><Relationship Type="http://schemas.openxmlformats.org/officeDocument/2006/relationships/extended-properties" Target="/docProps/app.xml" Id="Re898424a28434e54" /><Relationship Type="http://schemas.openxmlformats.org/officeDocument/2006/relationships/officeDocument" Target="/ppt/presentation.xml" Id="Rf3fd38077640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75a343f4c409f"/>
  </p:sldMasterIdLst>
  <p:notesMasterIdLst>
    <p:notesMasterId xmlns:r="http://schemas.openxmlformats.org/officeDocument/2006/relationships" r:id="R9c1f1e0a088d4fac"/>
  </p:notesMasterIdLst>
  <p:sldIdLst>
    <p:sldId xmlns:r="http://schemas.openxmlformats.org/officeDocument/2006/relationships" id="256" r:id="Rceaeffccacef4e2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7bcfa10aa64298" /><Relationship Type="http://schemas.openxmlformats.org/officeDocument/2006/relationships/slideMaster" Target="/ppt/slideMasters/slideMaster1.xml" Id="Rc6a75a343f4c409f" /><Relationship Type="http://schemas.openxmlformats.org/officeDocument/2006/relationships/notesMaster" Target="/ppt/notesMasters/notesMaster1.xml" Id="R9c1f1e0a088d4fac" /><Relationship Type="http://schemas.openxmlformats.org/officeDocument/2006/relationships/presProps" Target="/ppt/presProps.xml" Id="R81be03839b0e4c44" /><Relationship Type="http://schemas.openxmlformats.org/officeDocument/2006/relationships/tableStyles" Target="/ppt/tableStyles.xml" Id="R1664638b1d0542f4" /><Relationship Type="http://schemas.openxmlformats.org/officeDocument/2006/relationships/slide" Target="/ppt/slides/slide1.xml" Id="Rceaeffccacef4e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021950d6244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11e4c8c7842ff" /><Relationship Type="http://schemas.openxmlformats.org/officeDocument/2006/relationships/notesMaster" Target="/ppt/notesMasters/notesMaster1.xml" Id="Rd51c8153d04245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3edd1bfb94f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4f4b57966a4222" /><Relationship Type="http://schemas.openxmlformats.org/officeDocument/2006/relationships/slideLayout" Target="/ppt/slideLayouts/slideLayout1.xml" Id="R1f5513a7112342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513a7112342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ce32855344162" /><Relationship Type="http://schemas.openxmlformats.org/officeDocument/2006/relationships/notesSlide" Target="/ppt/notesSlides/notesSlide1.xml" Id="R503b09def7a44c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E0414-4FD6-4103-84D4-2C1A9C03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527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3D5AC8"/>
                </a:solidFill>
                <a:latin typeface="Calibri"/>
                <a:ea typeface="Calibri"/>
                <a:cs typeface="Calibri"/>
              </a:defRPr>
            </a:pPr>
            <a:r>
              <a:rPr sz="1100" b="1">
                <a:solidFill>
                  <a:srgbClr val="3D5AC8"/>
                </a:solidFill>
                <a:latin typeface="Calibri"/>
                <a:ea typeface="Calibri"/>
                <a:cs typeface="Calibri"/>
              </a:rPr>
              <a:t>CONTEXT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1AF5A-5112-4118-8DF9-029258C0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4345"/>
            <a:ext cx="822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5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Intelligent Document Extraction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0A6FE-75CA-4C39-A20F-220991A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9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1013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High-level system boundary for scanned PDF/TIFF ingestion, AI extraction, validation, review, and canonical JSON publishing.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40727-3881-4C26-989F-DA02DAAA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526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8EEA5-A0AE-49DD-AF83-FEBEA6A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5277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C42B3-BA56-41A7-8D2A-A5B7822A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DA1CE-3B95-4155-BA68-6FB3D875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2EA1-D2D9-42F6-BECB-396B446D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480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BD012-E56B-46D5-8FD5-DFBA0B7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480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E01BD-22B0-443A-9081-D2E9BF1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71950"/>
            <a:ext cx="0" cy="-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93426-7EFE-4798-AFC9-74580E2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0" cy="-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91C8E-DFC1-4EC1-9554-C5921C48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43050"/>
            <a:ext cx="11620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67ED6-BE34-44FD-810A-D63E4C1D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16192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Business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796F0-1AD6-4E40-AB84-7531EDE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19621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Portal, batch, email,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E3FBF-DCA3-4AFA-B5D3-E66A350E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11620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9EF13-96A6-48FA-ABC8-692868E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" y="281940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Historical 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1727C-04FC-4DC7-8839-1A032EC5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" y="31623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Samples and labels for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AFC01-722E-4E72-A8D5-B9906B5B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4381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7F9FE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96530-C006-4418-8859-1BEEAD6E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5049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Spring Boot Document Extraction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B9533-C6A7-4C27-B728-C5E2904A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52625"/>
            <a:ext cx="11049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679AA-22C8-4066-AC94-1B16753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288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Ingestion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0D5FF-27D7-416E-8962-00CE84A6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717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Upload, job ID,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35941-9590-432D-B84C-E748FD10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52625"/>
            <a:ext cx="11049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E7E1E-3853-43AA-8C8B-5C745CCA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288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Orchestrator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A72843-90EA-4CD7-84F8-4D5DEA4D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717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Classify, route, extract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19658-EF7A-4F4E-A331-ABD07261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52625"/>
            <a:ext cx="11049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7E24B-A264-488D-A4F9-597BB98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288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Normalize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9C0DC7-AA44-4922-9744-25DF5E24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7172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Schema, dates, amounts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833C3-B9CB-4806-A3D6-FFDDB732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CF5378-B680-4F3A-BAA4-27C65268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0DB0CA-5455-439C-B70B-CAB9245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914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Required fields and confidence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0E444-48BA-4210-B673-456481A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F19A4C-970D-4522-A41B-79BB669A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Review Queue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510191-EDF2-402B-B229-1D4794AE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71850"/>
            <a:ext cx="9144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Low confidence items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0D745-FBC7-42E6-8B95-62AC9AD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3D5C1-CA28-47B5-82A1-BF8EC2F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8EEFCA-2F5A-4768-B891-DE4FD382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33675"/>
            <a:ext cx="-68580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080B05-659B-4DCA-A24C-48536687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-68580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D5A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1C795F-A0A5-4629-BE42-B08361DC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43050"/>
            <a:ext cx="11620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383">
            <a:solidFill>
              <a:srgbClr val="1E276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862ABD-833F-480B-8740-9B0208B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192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Azure AI Document Intelligence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1DF58B-D250-48FC-9D95-ABFA53F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6215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Classifier + neural extractors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F6615C-B8D4-420E-8C8B-2F050662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11620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8E0FED-4C38-4DEB-BD42-A12650A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Downstream Systems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6645AA-1B77-4923-A1DA-3AB127FB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62300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Disputes, insurance, claims, CRM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301335-5C7F-4899-9B90-921D4B88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71950"/>
            <a:ext cx="24003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5C8E12-1E7C-4D4C-9233-6D306DF6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 Stores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E9FE91-BF8F-413A-A6F5-BC5753A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91050"/>
            <a:ext cx="2209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Blob, database, audit, model version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8E8A80-246F-47D2-8281-5BD8D402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71950"/>
            <a:ext cx="24003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D"/>
          </a:solidFill>
          <a:ln xmlns:a="http://schemas.openxmlformats.org/drawingml/2006/main" w="12383">
            <a:solidFill>
              <a:srgbClr val="B9CB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450E16-1D69-42A1-82EE-DEBECD51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481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 + Schema Registry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11EA01-D1A3-41F5-A3B7-F8FE1A56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91050"/>
            <a:ext cx="2209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690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Doc types, field schema, thresholds, model IDs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93C592-B808-47E0-A8B6-EF0C006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38700"/>
            <a:ext cx="813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938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Runtime flow: document arrives -&gt; platform classifies and extracts -&gt; validates confidence -&gt; publishes canonical JSON.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6C4C32-EDF8-4619-8EE5-F215A0A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A6478"/>
                </a:solidFill>
                <a:latin typeface="Calibri"/>
                <a:ea typeface="Calibri"/>
                <a:cs typeface="Calibri"/>
              </a:defRPr>
            </a:pPr>
            <a:r>
              <a:rPr sz="788">
                <a:solidFill>
                  <a:srgbClr val="5A6478"/>
                </a:solidFill>
                <a:latin typeface="Calibri"/>
                <a:ea typeface="Calibri"/>
                <a:cs typeface="Calibri"/>
              </a:rPr>
              <a:t>Feedback path: corrections and labels improve model versions.</a:t>
            </a:r>
          </a:p>
        </p:txBody>
      </p:sp>
    </p:spTree>
    <p:extLst>
      <p:ext uri="{BB962C8B-B14F-4D97-AF65-F5344CB8AC3E}">
        <p14:creationId xmlns:p14="http://schemas.microsoft.com/office/powerpoint/2010/main" val="1803021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2026-06-23T19:40:49.0500000Z</dcterms:created>
  <dcterms:modified xsi:type="dcterms:W3CDTF">2026-06-23T19:40:49.0500000Z</dcterms:modified>
</coreProperties>
</file>